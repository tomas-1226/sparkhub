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71"/>
  </p:handoutMasterIdLst>
  <p:sldIdLst>
    <p:sldId id="485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2" r:id="rId29"/>
    <p:sldId id="513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521" r:id="rId38"/>
    <p:sldId id="522" r:id="rId39"/>
    <p:sldId id="523" r:id="rId40"/>
    <p:sldId id="524" r:id="rId41"/>
    <p:sldId id="525" r:id="rId42"/>
    <p:sldId id="526" r:id="rId43"/>
    <p:sldId id="527" r:id="rId44"/>
    <p:sldId id="528" r:id="rId45"/>
    <p:sldId id="529" r:id="rId46"/>
    <p:sldId id="530" r:id="rId47"/>
    <p:sldId id="531" r:id="rId48"/>
    <p:sldId id="532" r:id="rId49"/>
    <p:sldId id="533" r:id="rId50"/>
    <p:sldId id="534" r:id="rId51"/>
    <p:sldId id="535" r:id="rId52"/>
    <p:sldId id="536" r:id="rId53"/>
    <p:sldId id="537" r:id="rId54"/>
    <p:sldId id="538" r:id="rId55"/>
    <p:sldId id="539" r:id="rId56"/>
    <p:sldId id="540" r:id="rId57"/>
    <p:sldId id="541" r:id="rId58"/>
    <p:sldId id="542" r:id="rId59"/>
    <p:sldId id="543" r:id="rId60"/>
    <p:sldId id="544" r:id="rId61"/>
    <p:sldId id="545" r:id="rId62"/>
    <p:sldId id="546" r:id="rId63"/>
    <p:sldId id="547" r:id="rId64"/>
    <p:sldId id="548" r:id="rId65"/>
    <p:sldId id="549" r:id="rId66"/>
    <p:sldId id="550" r:id="rId67"/>
    <p:sldId id="551" r:id="rId68"/>
    <p:sldId id="552" r:id="rId69"/>
    <p:sldId id="553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s and Exp" id="{1FD4E9DC-115A-4149-A3A6-0C2938063341}">
          <p14:sldIdLst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F828"/>
    <a:srgbClr val="009242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3" autoAdjust="0"/>
    <p:restoredTop sz="94660"/>
  </p:normalViewPr>
  <p:slideViewPr>
    <p:cSldViewPr snapToGrid="0">
      <p:cViewPr varScale="1">
        <p:scale>
          <a:sx n="57" d="100"/>
          <a:sy n="57" d="100"/>
        </p:scale>
        <p:origin x="6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03A16-123D-4821-B00C-6A67A3803F7A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2A761-CDF7-4AD2-9520-5E2AA08F4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9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5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5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5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5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4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7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1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288B-819D-4CA6-98D7-6A651B625903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7D952-3A55-497E-9C91-DC70B5BB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3175"/>
            <a:ext cx="425411" cy="49482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1"/>
                </a:solidFill>
              </a:rPr>
              <a:t>Pre-Calculus Flash Cards 2016-2017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6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52176" y="420077"/>
            <a:ext cx="5991512" cy="55092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 smtClean="0">
                <a:ln w="1016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Logarithmic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 smtClean="0">
                <a:ln w="1016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&amp;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 smtClean="0">
                <a:ln w="1016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Exponential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 smtClean="0">
                <a:ln w="1016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Functions</a:t>
            </a:r>
            <a:endParaRPr kumimoji="0" lang="en-US" sz="8800" b="1" i="0" u="none" strike="noStrike" kern="1200" cap="none" spc="0" normalizeH="0" baseline="0" noProof="0" dirty="0">
              <a:ln w="10160">
                <a:solidFill>
                  <a:srgbClr val="4472C4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36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 is a positive integer</a:t>
                </a:r>
                <a:endParaRPr kumimoji="0" 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12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2637" y="2481942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…. 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𝒕𝒊𝒎𝒆𝒔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7" y="2481942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23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 is a positive integer</a:t>
                </a:r>
                <a:endParaRPr kumimoji="0" 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0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062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0621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12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41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81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043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0437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4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317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sup>
                          </m:s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459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𝒙𝒚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973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3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310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59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3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310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765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94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num>
                            <m:den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94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29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30628" y="255658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is the power, y is the root</a:t>
            </a:r>
          </a:p>
        </p:txBody>
      </p:sp>
    </p:spTree>
    <p:extLst>
      <p:ext uri="{BB962C8B-B14F-4D97-AF65-F5344CB8AC3E}">
        <p14:creationId xmlns:p14="http://schemas.microsoft.com/office/powerpoint/2010/main" val="878293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187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Radical form for…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𝒎</m:t>
                              </m:r>
                            </m:num>
                            <m:den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187137"/>
              </a:xfrm>
              <a:prstGeom prst="rect">
                <a:avLst/>
              </a:prstGeom>
              <a:blipFill>
                <a:blip r:embed="rId2"/>
                <a:stretch>
                  <a:fillRect t="-9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053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240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ad>
                      <m:radPr>
                        <m:ctrl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</m:deg>
                      <m:e>
                        <m:sSup>
                          <m:sSupPr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𝒂</m:t>
                            </m:r>
                          </m:e>
                          <m:sup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𝒎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ad>
                          <m:radPr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𝒏</m:t>
                            </m:r>
                          </m:deg>
                          <m:e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𝒂</m:t>
                            </m:r>
                          </m:e>
                        </m:rad>
                        <m: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𝒎</m:t>
                        </m:r>
                      </m:sup>
                    </m:sSup>
                  </m:oMath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240596"/>
              </a:xfrm>
              <a:prstGeom prst="rect">
                <a:avLst/>
              </a:prstGeom>
              <a:blipFill>
                <a:blip r:embed="rId2"/>
                <a:stretch>
                  <a:fillRect t="-93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338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240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ad>
                          <m:radPr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𝒏</m:t>
                            </m:r>
                          </m:deg>
                          <m:e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𝒙</m:t>
                            </m:r>
                          </m:e>
                        </m:rad>
                      </m:e>
                      <m:sup>
                        <m: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</m:sup>
                    </m:sSup>
                  </m:oMath>
                </a14:m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, where n is even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240596"/>
              </a:xfrm>
              <a:prstGeom prst="rect">
                <a:avLst/>
              </a:prstGeom>
              <a:blipFill>
                <a:blip r:embed="rId2"/>
                <a:stretch>
                  <a:fillRect t="-5882" b="-36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185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34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30628" y="2556587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=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 diff expressions)</a:t>
            </a:r>
          </a:p>
        </p:txBody>
      </p:sp>
    </p:spTree>
    <p:extLst>
      <p:ext uri="{BB962C8B-B14F-4D97-AF65-F5344CB8AC3E}">
        <p14:creationId xmlns:p14="http://schemas.microsoft.com/office/powerpoint/2010/main" val="3466959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" y="186613"/>
                <a:ext cx="12192001" cy="5852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0" lang="en-US" sz="6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6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kumimoji="0" lang="en-US" sz="6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sup>
                    </m:sSup>
                  </m:oMath>
                </a14:m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as </a:t>
                </a:r>
                <a14:m>
                  <m:oMath xmlns:m="http://schemas.openxmlformats.org/officeDocument/2006/math">
                    <m:r>
                      <a:rPr kumimoji="0" lang="en-US" sz="6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sz="6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→∞</m:t>
                    </m:r>
                  </m:oMath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6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𝒙</m:t>
                            </m:r>
                          </m:e>
                        </m:d>
                      </m:e>
                      <m:sup>
                        <m:f>
                          <m:fPr>
                            <m:type m:val="lin"/>
                            <m:ctrlP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𝟏</m:t>
                            </m:r>
                          </m:num>
                          <m:den>
                            <m:r>
                              <a:rPr kumimoji="0" lang="en-US" sz="6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𝒙</m:t>
                            </m:r>
                          </m:den>
                        </m:f>
                      </m:sup>
                    </m:sSup>
                  </m:oMath>
                </a14:m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as </a:t>
                </a:r>
                <a14:m>
                  <m:oMath xmlns:m="http://schemas.openxmlformats.org/officeDocument/2006/math">
                    <m:r>
                      <a:rPr kumimoji="0" lang="en-US" sz="6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sz="6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</m:t>
                    </m:r>
                    <m:r>
                      <a:rPr kumimoji="0" lang="en-US" sz="6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𝟎</m:t>
                    </m:r>
                  </m:oMath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86613"/>
                <a:ext cx="12192001" cy="5852500"/>
              </a:xfrm>
              <a:prstGeom prst="rect">
                <a:avLst/>
              </a:prstGeom>
              <a:blipFill>
                <a:blip r:embed="rId2"/>
                <a:stretch>
                  <a:fillRect b="-7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278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30628" y="255658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is approximately… </a:t>
            </a:r>
          </a:p>
        </p:txBody>
      </p:sp>
    </p:spTree>
    <p:extLst>
      <p:ext uri="{BB962C8B-B14F-4D97-AF65-F5344CB8AC3E}">
        <p14:creationId xmlns:p14="http://schemas.microsoft.com/office/powerpoint/2010/main" val="3589344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30628" y="255658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2.718…</a:t>
            </a:r>
          </a:p>
        </p:txBody>
      </p:sp>
    </p:spTree>
    <p:extLst>
      <p:ext uri="{BB962C8B-B14F-4D97-AF65-F5344CB8AC3E}">
        <p14:creationId xmlns:p14="http://schemas.microsoft.com/office/powerpoint/2010/main" val="3860230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649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19" y="569166"/>
            <a:ext cx="8674956" cy="48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04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216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783" y="662473"/>
            <a:ext cx="8657601" cy="488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18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</m:t>
                          </m:r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117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19" y="569166"/>
            <a:ext cx="8674956" cy="48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14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𝒙𝒚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6214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22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374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num>
                            <m:den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374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646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277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𝒙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369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996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1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Change of Base Formula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t="-9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595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2266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num>
                        <m:den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den>
                      </m:f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𝒍𝒏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𝒂</m:t>
                          </m:r>
                        </m:num>
                        <m:den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𝒍𝒏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2266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410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𝒍𝒏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452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664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𝒍𝒏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𝒆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586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7404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sub>
                      </m:sSub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),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949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87" y="475861"/>
            <a:ext cx="9488947" cy="53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19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𝒍𝒐𝒈</m:t>
                          </m:r>
                        </m:e>
                        <m:sub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960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012" y="606489"/>
            <a:ext cx="9143764" cy="516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56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𝒇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</m:d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𝒍𝒏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628" y="2556587"/>
                <a:ext cx="1219200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574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87" y="475861"/>
            <a:ext cx="9488947" cy="53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07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𝑰𝒏𝒗𝒆𝒔𝒕𝒎𝒆𝒏𝒕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𝒆𝒒𝒖𝒂𝒕𝒊𝒐𝒏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Simple interest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blipFill>
                <a:blip r:embed="rId2"/>
                <a:stretch>
                  <a:fillRect b="-13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572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401216" y="727787"/>
                <a:ext cx="12192000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𝒓𝒕</m:t>
                          </m:r>
                        </m:e>
                      </m:d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P=principle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 = interest rate (decimal)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 = # of years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1216" y="727787"/>
                <a:ext cx="12192000" cy="5170646"/>
              </a:xfrm>
              <a:prstGeom prst="rect">
                <a:avLst/>
              </a:prstGeom>
              <a:blipFill>
                <a:blip r:embed="rId2"/>
                <a:stretch>
                  <a:fillRect b="-8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724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𝑰𝒏𝒗𝒆𝒔𝒕𝒎𝒆𝒏𝒕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𝒆𝒒𝒖𝒂𝒕𝒊𝒐𝒏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Compound interest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blipFill>
                <a:blip r:embed="rId2"/>
                <a:stretch>
                  <a:fillRect b="-13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6869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310" y="139956"/>
                <a:ext cx="12192000" cy="6199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0" lang="en-US" sz="6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6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kumimoji="0" lang="en-US" sz="6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𝒏𝒕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P=principle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 = interest rate (decimal)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 = # of years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0" y="139956"/>
                <a:ext cx="12192000" cy="6199389"/>
              </a:xfrm>
              <a:prstGeom prst="rect">
                <a:avLst/>
              </a:prstGeom>
              <a:blipFill>
                <a:blip r:embed="rId2"/>
                <a:stretch>
                  <a:fillRect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392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𝑰𝒏𝒗𝒆𝒔𝒕𝒎𝒆𝒏𝒕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𝒆𝒒𝒖𝒂𝒕𝒊𝒐𝒏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Continuous interest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3139321"/>
              </a:xfrm>
              <a:prstGeom prst="rect">
                <a:avLst/>
              </a:prstGeom>
              <a:blipFill>
                <a:blip r:embed="rId2"/>
                <a:stretch>
                  <a:fillRect b="-13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077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310" y="139956"/>
                <a:ext cx="12192000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𝒓𝒕</m:t>
                          </m:r>
                        </m:sup>
                      </m:sSup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P=principle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 = interest rate (decimal)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 = # of years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0" y="139956"/>
                <a:ext cx="12192000" cy="5170646"/>
              </a:xfrm>
              <a:prstGeom prst="rect">
                <a:avLst/>
              </a:prstGeom>
              <a:blipFill>
                <a:blip r:embed="rId2"/>
                <a:stretch>
                  <a:fillRect b="-8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2361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𝑷𝒐𝒑𝒖𝒍𝒂𝒕𝒊𝒐𝒏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2727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𝐲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𝑩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𝒌𝒕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𝒌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212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𝑹𝒂𝒅𝒊𝒐𝒂𝒄𝒕𝒊𝒗𝒆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𝑫𝒆𝒄𝒂𝒚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301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𝐲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𝑩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𝒌𝒕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𝒌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9784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𝑷𝒐𝒑𝒖𝒍𝒂𝒕𝒊𝒐𝒏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Model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7735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75" y="428803"/>
            <a:ext cx="9656503" cy="543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43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𝑹𝒂𝒅𝒊𝒐𝒂𝒄𝒕𝒊𝒗𝒆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𝑫𝒆𝒄𝒂𝒚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Model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5200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47" y="493192"/>
            <a:ext cx="9465712" cy="533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2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𝑩𝒐𝒖𝒏𝒅𝒆𝒅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8685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𝐲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𝑩</m:t>
                      </m:r>
                      <m:sSup>
                        <m:sSup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𝒌𝒕</m:t>
                          </m:r>
                        </m:sup>
                      </m:sSup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𝒕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4536"/>
                <a:ext cx="12192000" cy="2162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7225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𝑳𝒐𝒈𝒊𝒔𝒕𝒊𝒄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197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2724536"/>
                <a:ext cx="12192000" cy="3091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𝐲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𝑨</m:t>
                          </m:r>
                        </m:num>
                        <m:den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6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𝑩</m:t>
                          </m:r>
                          <m:sSup>
                            <m:sSupPr>
                              <m:ctrlP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𝒆</m:t>
                              </m:r>
                            </m:e>
                            <m:sup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6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𝑨𝒌𝒕</m:t>
                              </m:r>
                            </m:sup>
                          </m:sSup>
                        </m:den>
                      </m:f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  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𝒕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4536"/>
                <a:ext cx="12192000" cy="3091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602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𝑩𝒐𝒖𝒏𝒅𝒆𝒅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Graph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9027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01" y="615820"/>
            <a:ext cx="9365676" cy="52849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34586" y="1250503"/>
            <a:ext cx="3625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 w="0"/>
                <a:solidFill>
                  <a:srgbClr val="5B9B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94239" y="2037385"/>
            <a:ext cx="6238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 w="0"/>
                <a:solidFill>
                  <a:srgbClr val="5B9B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A-B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6242920" y="2222341"/>
            <a:ext cx="102637" cy="91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1784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𝑳𝒐𝒈𝒊𝒔𝒕𝒊𝒄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6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𝑮𝒓𝒐𝒘𝒕𝒉</m:t>
                      </m:r>
                    </m:oMath>
                  </m:oMathPara>
                </a14:m>
                <a:endParaRPr kumimoji="0" lang="en-US" sz="6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Graph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2146"/>
                <a:ext cx="12192000" cy="2123658"/>
              </a:xfrm>
              <a:prstGeom prst="rect">
                <a:avLst/>
              </a:prstGeom>
              <a:blipFill>
                <a:blip r:embed="rId2"/>
                <a:stretch>
                  <a:fillRect b="-20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7387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17" y="172926"/>
            <a:ext cx="7390815" cy="59013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72920" y="373426"/>
            <a:ext cx="3625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 w="0"/>
                <a:solidFill>
                  <a:srgbClr val="5B9B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692414" y="2856822"/>
            <a:ext cx="102637" cy="91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95051" y="2661912"/>
            <a:ext cx="114326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 w="0"/>
                <a:solidFill>
                  <a:srgbClr val="5B9BD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A/(1+B)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45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6353</TotalTime>
  <Words>143</Words>
  <Application>Microsoft Office PowerPoint</Application>
  <PresentationFormat>Widescreen</PresentationFormat>
  <Paragraphs>101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Bricker, Scott</dc:creator>
  <cp:lastModifiedBy>Fox, Gary</cp:lastModifiedBy>
  <cp:revision>52</cp:revision>
  <dcterms:created xsi:type="dcterms:W3CDTF">2016-09-27T18:49:06Z</dcterms:created>
  <dcterms:modified xsi:type="dcterms:W3CDTF">2019-08-07T00:44:01Z</dcterms:modified>
</cp:coreProperties>
</file>